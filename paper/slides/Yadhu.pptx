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88EA2-8509-42A9-87D7-BD4375EAE1E1}" v="1" dt="2026-10-22T13:24:02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HU VIPIN" userId="271f9ef6fc9cdffa" providerId="LiveId" clId="{80EDCAAE-C6A2-4891-B64C-5355A1A2C5B8}"/>
    <pc:docChg chg="custSel modSld">
      <pc:chgData name="YADHU VIPIN" userId="271f9ef6fc9cdffa" providerId="LiveId" clId="{80EDCAAE-C6A2-4891-B64C-5355A1A2C5B8}" dt="2026-10-22T15:02:40.853" v="50" actId="1076"/>
      <pc:docMkLst>
        <pc:docMk/>
      </pc:docMkLst>
      <pc:sldChg chg="modSp mod">
        <pc:chgData name="YADHU VIPIN" userId="271f9ef6fc9cdffa" providerId="LiveId" clId="{80EDCAAE-C6A2-4891-B64C-5355A1A2C5B8}" dt="2026-10-22T13:23:25.233" v="0" actId="1076"/>
        <pc:sldMkLst>
          <pc:docMk/>
          <pc:sldMk cId="0" sldId="256"/>
        </pc:sldMkLst>
        <pc:spChg chg="mod">
          <ac:chgData name="YADHU VIPIN" userId="271f9ef6fc9cdffa" providerId="LiveId" clId="{80EDCAAE-C6A2-4891-B64C-5355A1A2C5B8}" dt="2026-10-22T13:23:25.233" v="0" actId="1076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YADHU VIPIN" userId="271f9ef6fc9cdffa" providerId="LiveId" clId="{80EDCAAE-C6A2-4891-B64C-5355A1A2C5B8}" dt="2026-10-22T15:02:40.853" v="50" actId="1076"/>
        <pc:sldMkLst>
          <pc:docMk/>
          <pc:sldMk cId="0" sldId="257"/>
        </pc:sldMkLst>
        <pc:spChg chg="del mod">
          <ac:chgData name="YADHU VIPIN" userId="271f9ef6fc9cdffa" providerId="LiveId" clId="{80EDCAAE-C6A2-4891-B64C-5355A1A2C5B8}" dt="2026-10-22T13:24:25.971" v="45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YADHU VIPIN" userId="271f9ef6fc9cdffa" providerId="LiveId" clId="{80EDCAAE-C6A2-4891-B64C-5355A1A2C5B8}" dt="2026-10-22T15:02:40.853" v="5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YADHU VIPIN" userId="271f9ef6fc9cdffa" providerId="LiveId" clId="{80EDCAAE-C6A2-4891-B64C-5355A1A2C5B8}" dt="2026-10-22T15:02:40.853" v="50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YADHU VIPIN" userId="271f9ef6fc9cdffa" providerId="LiveId" clId="{80EDCAAE-C6A2-4891-B64C-5355A1A2C5B8}" dt="2026-10-22T15:02:40.853" v="50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YADHU VIPIN" userId="271f9ef6fc9cdffa" providerId="LiveId" clId="{80EDCAAE-C6A2-4891-B64C-5355A1A2C5B8}" dt="2026-10-22T15:02:40.853" v="50" actId="1076"/>
          <ac:spMkLst>
            <pc:docMk/>
            <pc:sldMk cId="0" sldId="257"/>
            <ac:spMk id="7" creationId="{00000000-0000-0000-0000-000000000000}"/>
          </ac:spMkLst>
        </pc:spChg>
        <pc:spChg chg="del">
          <ac:chgData name="YADHU VIPIN" userId="271f9ef6fc9cdffa" providerId="LiveId" clId="{80EDCAAE-C6A2-4891-B64C-5355A1A2C5B8}" dt="2026-10-22T15:02:33.138" v="48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YADHU VIPIN" userId="271f9ef6fc9cdffa" providerId="LiveId" clId="{80EDCAAE-C6A2-4891-B64C-5355A1A2C5B8}" dt="2026-10-22T15:02:31.592" v="47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YADHU VIPIN" userId="271f9ef6fc9cdffa" providerId="LiveId" clId="{80EDCAAE-C6A2-4891-B64C-5355A1A2C5B8}" dt="2026-10-22T13:24:22.485" v="43" actId="478"/>
          <ac:spMkLst>
            <pc:docMk/>
            <pc:sldMk cId="0" sldId="257"/>
            <ac:spMk id="11" creationId="{00000000-0000-0000-0000-000000000000}"/>
          </ac:spMkLst>
        </pc:spChg>
        <pc:graphicFrameChg chg="mod modGraphic">
          <ac:chgData name="YADHU VIPIN" userId="271f9ef6fc9cdffa" providerId="LiveId" clId="{80EDCAAE-C6A2-4891-B64C-5355A1A2C5B8}" dt="2026-10-22T13:24:02.474" v="41"/>
          <ac:graphicFrameMkLst>
            <pc:docMk/>
            <pc:sldMk cId="0" sldId="257"/>
            <ac:graphicFrameMk id="10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42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Identification: Decentralized vs Centralized</a:t>
            </a:r>
            <a:endParaRPr lang="en-US" sz="3000" dirty="0"/>
          </a:p>
        </p:txBody>
      </p:sp>
      <p:sp>
        <p:nvSpPr>
          <p:cNvPr id="3" name="Objectives"/>
          <p:cNvSpPr txBox="1"/>
          <p:nvPr/>
        </p:nvSpPr>
        <p:spPr>
          <a:xfrm>
            <a:off x="457200" y="1773936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Baseline  </a:t>
            </a:r>
            <a:r>
              <a:rPr lang="en-US" sz="1500" dirty="0">
                <a:solidFill>
                  <a:schemeClr val="tx1"/>
                </a:solidFill>
              </a:rPr>
              <a:t>A centralized store of face embeddings resolves a visitor from any building.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Question  </a:t>
            </a:r>
            <a:r>
              <a:rPr lang="en-US" sz="1500" dirty="0">
                <a:solidFill>
                  <a:schemeClr val="tx1"/>
                </a:solidFill>
              </a:rPr>
              <a:t>Can each building keep its own embeddings and still identify a visitor registered elsewhere? How effective is that vs centralized?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Objectives  </a:t>
            </a:r>
            <a:r>
              <a:rPr lang="en-US" sz="1500" dirty="0">
                <a:solidFill>
                  <a:schemeClr val="tx1"/>
                </a:solidFill>
              </a:rPr>
              <a:t>Compare accuracy with the centralized baseline, measure cost (buildings contacted, data exchanged), keep embeddings local to each building.</a:t>
            </a:r>
            <a:endParaRPr lang="en-US" sz="1500" dirty="0"/>
          </a:p>
        </p:txBody>
      </p:sp>
      <p:sp>
        <p:nvSpPr>
          <p:cNvPr id="4" name="Step1"/>
          <p:cNvSpPr/>
          <p:nvPr/>
        </p:nvSpPr>
        <p:spPr>
          <a:xfrm>
            <a:off x="4937760" y="1097280"/>
            <a:ext cx="37490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0" y="1097280"/>
            <a:ext cx="3566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Face capture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Visitor seen in a building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773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▼</a:t>
            </a:r>
            <a:endParaRPr lang="en-US" sz="1100" dirty="0"/>
          </a:p>
        </p:txBody>
      </p:sp>
      <p:sp>
        <p:nvSpPr>
          <p:cNvPr id="7" name="Step2"/>
          <p:cNvSpPr/>
          <p:nvPr/>
        </p:nvSpPr>
        <p:spPr>
          <a:xfrm>
            <a:off x="4937760" y="2011680"/>
            <a:ext cx="3749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LSH + Bloom routing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Hash face, test peer filters (no embeddings shared)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883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▼</a:t>
            </a:r>
            <a:endParaRPr lang="en-US" sz="1100" dirty="0"/>
          </a:p>
        </p:txBody>
      </p:sp>
      <p:sp>
        <p:nvSpPr>
          <p:cNvPr id="10" name="Step3"/>
          <p:cNvSpPr/>
          <p:nvPr/>
        </p:nvSpPr>
        <p:spPr>
          <a:xfrm>
            <a:off x="4937760" y="2926080"/>
            <a:ext cx="37490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926080"/>
            <a:ext cx="3566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Shortlist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Few likely home buildings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6027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tep4"/>
          <p:cNvSpPr/>
          <p:nvPr/>
        </p:nvSpPr>
        <p:spPr>
          <a:xfrm>
            <a:off x="4937760" y="3840480"/>
            <a:ext cx="37490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3840480"/>
            <a:ext cx="3566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 verification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Match against that building's own gallery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and Comparison</a:t>
            </a:r>
            <a:endParaRPr lang="en-US" sz="3000" dirty="0"/>
          </a:p>
        </p:txBody>
      </p:sp>
      <p:sp>
        <p:nvSpPr>
          <p:cNvPr id="4" name="Status1"/>
          <p:cNvSpPr/>
          <p:nvPr/>
        </p:nvSpPr>
        <p:spPr>
          <a:xfrm>
            <a:off x="504395" y="2047076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5835" y="2047076"/>
            <a:ext cx="29260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Done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Visitor-identification routing, evaluated against centralized</a:t>
            </a:r>
            <a:endParaRPr lang="en-US" sz="1400" dirty="0"/>
          </a:p>
        </p:txBody>
      </p:sp>
      <p:sp>
        <p:nvSpPr>
          <p:cNvPr id="6" name="Status2"/>
          <p:cNvSpPr/>
          <p:nvPr/>
        </p:nvSpPr>
        <p:spPr>
          <a:xfrm>
            <a:off x="504395" y="3144356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5835" y="3155786"/>
            <a:ext cx="29260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 progress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Masked-person detection and recognition</a:t>
            </a:r>
            <a:endParaRPr lang="en-US" sz="1400" dirty="0"/>
          </a:p>
        </p:txBody>
      </p:sp>
      <p:graphicFrame>
        <p:nvGraphicFramePr>
          <p:cNvPr id="10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389574"/>
              </p:ext>
            </p:extLst>
          </p:nvPr>
        </p:nvGraphicFramePr>
        <p:xfrm>
          <a:off x="3840480" y="1463040"/>
          <a:ext cx="4846320" cy="3063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Centralized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Decentralized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Embeddings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One shared store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Stay in each building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Visitor lookup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Search full gallery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Bloom/LSH route, local verify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Data shared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All embeddings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Compact filters and visitor embeddings shared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Correctly identified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95.5%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93.0%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Misidentified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1.3%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1.3%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</a:rPr>
                        <a:t>Buildings contacted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Single store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~3 of 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VisitorID">
  <a:themeElements>
    <a:clrScheme name="VisitorID">
      <a:dk1>
        <a:srgbClr val="1B2A33"/>
      </a:dk1>
      <a:lt1>
        <a:srgbClr val="FFFFFF"/>
      </a:lt1>
      <a:dk2>
        <a:srgbClr val="0B4F5C"/>
      </a:dk2>
      <a:lt2>
        <a:srgbClr val="EAF3F4"/>
      </a:lt2>
      <a:accent1>
        <a:srgbClr val="0B7285"/>
      </a:accent1>
      <a:accent2>
        <a:srgbClr val="E8833A"/>
      </a:accent2>
      <a:accent3>
        <a:srgbClr val="5C7C86"/>
      </a:accent3>
      <a:accent4>
        <a:srgbClr val="2F9E8F"/>
      </a:accent4>
      <a:accent5>
        <a:srgbClr val="B5483A"/>
      </a:accent5>
      <a:accent6>
        <a:srgbClr val="8FB8C0"/>
      </a:accent6>
      <a:hlink>
        <a:srgbClr val="0B7285"/>
      </a:hlink>
      <a:folHlink>
        <a:srgbClr val="5C7C86"/>
      </a:folHlink>
    </a:clrScheme>
    <a:fontScheme name="Visitor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</Words>
  <Application>Microsoft Office PowerPoint</Application>
  <PresentationFormat>On-screen Show (16:9)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Cambria</vt:lpstr>
      <vt:lpstr>VisitorID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YADHU VIPIN</cp:lastModifiedBy>
  <cp:revision>1</cp:revision>
  <dcterms:created xsi:type="dcterms:W3CDTF">2026-10-22T11:52:55Z</dcterms:created>
  <dcterms:modified xsi:type="dcterms:W3CDTF">2026-10-22T15:02:48Z</dcterms:modified>
</cp:coreProperties>
</file>